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5" r:id="rId2"/>
  </p:sldMasterIdLst>
  <p:notesMasterIdLst>
    <p:notesMasterId r:id="rId4"/>
  </p:notesMasterIdLst>
  <p:handoutMasterIdLst>
    <p:handoutMasterId r:id="rId5"/>
  </p:handoutMasterIdLst>
  <p:sldIdLst>
    <p:sldId id="1697" r:id="rId3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2025/12/08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2025/12/08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32609"/>
              </p:ext>
            </p:extLst>
          </p:nvPr>
        </p:nvGraphicFramePr>
        <p:xfrm>
          <a:off x="0" y="898127"/>
          <a:ext cx="12090204" cy="64372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Average TMM Availability -  87%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54H Belt replacement.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Grizzly beam failure @ 74N Tip.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UV0067 &amp; 68 Brakes not releasing and engine cut off.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SR0037 &amp; 40 Brake unit failure and Fire suppression system activated.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9 West dam water supply to TNC.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Communication failure on Plant operation.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CAS 9 related problems on LDV’s (</a:t>
                      </a:r>
                      <a:r>
                        <a:rPr lang="en-ZA" sz="1200" baseline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Nerospec</a:t>
                      </a: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Plant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labour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Hydraulic Workshop out of planned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labour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to support TNC.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UV0128 Emulsion tank fitment.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UV0068 Deutz Diesel Power to assist with engine cut off repairs.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Underground dam inspections.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CAS 9 Issues on Cruisers.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Crushers gabs to be adjusted.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 boarding of Mica Mining for dam cleaning.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207258</TotalTime>
  <Words>126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Jade</cp:lastModifiedBy>
  <cp:revision>2424</cp:revision>
  <cp:lastPrinted>2024-05-14T13:45:52Z</cp:lastPrinted>
  <dcterms:created xsi:type="dcterms:W3CDTF">2019-02-12T06:39:46Z</dcterms:created>
  <dcterms:modified xsi:type="dcterms:W3CDTF">2025-12-08T04:36:23Z</dcterms:modified>
</cp:coreProperties>
</file>